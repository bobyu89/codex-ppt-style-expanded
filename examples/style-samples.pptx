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f6721685904549" /><Relationship Type="http://schemas.openxmlformats.org/officeDocument/2006/relationships/extended-properties" Target="/docProps/app.xml" Id="R0f3622b45dc5433a" /><Relationship Type="http://schemas.openxmlformats.org/officeDocument/2006/relationships/officeDocument" Target="/ppt/presentation.xml" Id="R7556d96d6fae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4ee2f74d44da3"/>
  </p:sldMasterIdLst>
  <p:notesMasterIdLst>
    <p:notesMasterId xmlns:r="http://schemas.openxmlformats.org/officeDocument/2006/relationships" r:id="R6778fd312acc4f3a"/>
  </p:notesMasterIdLst>
  <p:sldIdLst>
    <p:sldId xmlns:r="http://schemas.openxmlformats.org/officeDocument/2006/relationships" id="256" r:id="Re952ae0cc71f47dd"/>
    <p:sldId xmlns:r="http://schemas.openxmlformats.org/officeDocument/2006/relationships" id="257" r:id="R2bc262c4e9f8437d"/>
    <p:sldId xmlns:r="http://schemas.openxmlformats.org/officeDocument/2006/relationships" id="258" r:id="R3cb69c8311ea41d5"/>
    <p:sldId xmlns:r="http://schemas.openxmlformats.org/officeDocument/2006/relationships" id="259" r:id="R01e49fb08e0d4b99"/>
    <p:sldId xmlns:r="http://schemas.openxmlformats.org/officeDocument/2006/relationships" id="260" r:id="R31fa7be62ada4cc1"/>
    <p:sldId xmlns:r="http://schemas.openxmlformats.org/officeDocument/2006/relationships" id="261" r:id="R48ae8eb3084d44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823dd8bf794828" /><Relationship Type="http://schemas.openxmlformats.org/officeDocument/2006/relationships/slideMaster" Target="/ppt/slideMasters/slideMaster1.xml" Id="Ra144ee2f74d44da3" /><Relationship Type="http://schemas.openxmlformats.org/officeDocument/2006/relationships/notesMaster" Target="/ppt/notesMasters/notesMaster1.xml" Id="R6778fd312acc4f3a" /><Relationship Type="http://schemas.openxmlformats.org/officeDocument/2006/relationships/presProps" Target="/ppt/presProps.xml" Id="R813c70e2f7eb4efa" /><Relationship Type="http://schemas.openxmlformats.org/officeDocument/2006/relationships/tableStyles" Target="/ppt/tableStyles.xml" Id="Rf79d2a6b9bd14f16" /><Relationship Type="http://schemas.openxmlformats.org/officeDocument/2006/relationships/slide" Target="/ppt/slides/slide1.xml" Id="Re952ae0cc71f47dd" /><Relationship Type="http://schemas.openxmlformats.org/officeDocument/2006/relationships/slide" Target="/ppt/slides/slide2.xml" Id="R2bc262c4e9f8437d" /><Relationship Type="http://schemas.openxmlformats.org/officeDocument/2006/relationships/slide" Target="/ppt/slides/slide3.xml" Id="R3cb69c8311ea41d5" /><Relationship Type="http://schemas.openxmlformats.org/officeDocument/2006/relationships/slide" Target="/ppt/slides/slide4.xml" Id="R01e49fb08e0d4b99" /><Relationship Type="http://schemas.openxmlformats.org/officeDocument/2006/relationships/slide" Target="/ppt/slides/slide5.xml" Id="R31fa7be62ada4cc1" /><Relationship Type="http://schemas.openxmlformats.org/officeDocument/2006/relationships/slide" Target="/ppt/slides/slide6.xml" Id="R48ae8eb3084d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a9db74a494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67e0bc8b04230" /><Relationship Type="http://schemas.openxmlformats.org/officeDocument/2006/relationships/notesMaster" Target="/ppt/notesMasters/notesMaster1.xml" Id="R483d6f86f82c4d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68ecf6c8a041d2" /><Relationship Type="http://schemas.openxmlformats.org/officeDocument/2006/relationships/notesMaster" Target="/ppt/notesMasters/notesMaster1.xml" Id="R57c3a410017a47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b06a9d89f445a6" /><Relationship Type="http://schemas.openxmlformats.org/officeDocument/2006/relationships/notesMaster" Target="/ppt/notesMasters/notesMaster1.xml" Id="Re804b0baf6a0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2082bd1e44e60" /><Relationship Type="http://schemas.openxmlformats.org/officeDocument/2006/relationships/notesMaster" Target="/ppt/notesMasters/notesMaster1.xml" Id="Rfdd27e49231e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ab314b67044296" /><Relationship Type="http://schemas.openxmlformats.org/officeDocument/2006/relationships/notesMaster" Target="/ppt/notesMasters/notesMaster1.xml" Id="Rcdd9bcd7386d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c04205ccf641bc" /><Relationship Type="http://schemas.openxmlformats.org/officeDocument/2006/relationships/notesMaster" Target="/ppt/notesMasters/notesMaster1.xml" Id="R55c258cb2e2d4f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clinical-calm, zh-TW.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friendly-clay, zh-TW.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cinematic-dark, zh-TW.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clinical-calm, en.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friendly-clay, en.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 comparison example: cinematic-dark, en. Background generated with the built-in image_gen tool; exact model not exposed. All visible slide text is native editable text. See examples/prompts.json for the generation prompt. Educational demonstration copy, no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f944d680e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3ad6d183a4bae" /><Relationship Type="http://schemas.openxmlformats.org/officeDocument/2006/relationships/slideLayout" Target="/ppt/slideLayouts/slideLayout1.xml" Id="R799b9fd9905e40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9b9fd9905e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93405d0954b60" /><Relationship Type="http://schemas.openxmlformats.org/officeDocument/2006/relationships/image" Target="/ppt/media/image.png" Id="Ra72b4a777abf4ac8" /><Relationship Type="http://schemas.openxmlformats.org/officeDocument/2006/relationships/notesSlide" Target="/ppt/notesSlides/notesSlide1.xml" Id="R0f3670bd1bfa49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5f303f88483a" /><Relationship Type="http://schemas.openxmlformats.org/officeDocument/2006/relationships/image" Target="/ppt/media/image2.png" Id="R63dea6186e4542d5" /><Relationship Type="http://schemas.openxmlformats.org/officeDocument/2006/relationships/notesSlide" Target="/ppt/notesSlides/notesSlide2.xml" Id="Rf3ecf1cc4b524f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6b195930a4248" /><Relationship Type="http://schemas.openxmlformats.org/officeDocument/2006/relationships/image" Target="/ppt/media/image3.png" Id="R230ad7c1625847d8" /><Relationship Type="http://schemas.openxmlformats.org/officeDocument/2006/relationships/notesSlide" Target="/ppt/notesSlides/notesSlide3.xml" Id="Rdd72412cf6e0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896cabf8d49e6" /><Relationship Type="http://schemas.openxmlformats.org/officeDocument/2006/relationships/image" Target="/ppt/media/image4.png" Id="R0dcf1fc51c7d4338" /><Relationship Type="http://schemas.openxmlformats.org/officeDocument/2006/relationships/notesSlide" Target="/ppt/notesSlides/notesSlide4.xml" Id="R17c7dc3e8f0b42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33259b7d433b" /><Relationship Type="http://schemas.openxmlformats.org/officeDocument/2006/relationships/image" Target="/ppt/media/image5.png" Id="Re60b7b09a0a2487d" /><Relationship Type="http://schemas.openxmlformats.org/officeDocument/2006/relationships/notesSlide" Target="/ppt/notesSlides/notesSlide5.xml" Id="R11a9f024a81642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52bd4608e487b" /><Relationship Type="http://schemas.openxmlformats.org/officeDocument/2006/relationships/image" Target="/ppt/media/image6.png" Id="R6f8be1334212462f" /><Relationship Type="http://schemas.openxmlformats.org/officeDocument/2006/relationships/notesSlide" Target="/ppt/notesSlides/notesSlide6.xml" Id="Rc45a6768e54f46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b4a777abf4ac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480E2-0655-4F11-9959-9352C3C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rPr>
              <a:t>研究分享的三個準備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0CEF2-54A0-4CE8-9B47-0CDF445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91B6-1F47-451B-BCD3-3F1A72D7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rPr>
              <a:t>釐清對象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B53A0-2221-4E78-B848-5EA5505D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rPr>
              <a:t>了解聽眾的背景與需求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66C2A-79EA-4216-B1BB-54F79A2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6F049-88F5-462A-B2B5-4E8BF1F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rPr>
              <a:t>選出重點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560A8-9F26-4F32-A7C7-765EE187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rPr>
              <a:t>每頁只傳達一個核心訊息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D3DF6-C77B-4E37-9EF3-D8CE8D5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8C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2B0E-77A1-4D12-AA19-E741D45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D43"/>
                </a:solidFill>
                <a:latin typeface="Microsoft JhengHei"/>
                <a:ea typeface="Microsoft JhengHei"/>
                <a:cs typeface="Microsoft JhengHei"/>
              </a:rPr>
              <a:t>用例子說明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46699-32F8-477E-8B6D-15B7F253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8686A"/>
                </a:solidFill>
                <a:latin typeface="Microsoft JhengHei"/>
                <a:ea typeface="Microsoft JhengHei"/>
                <a:cs typeface="Microsoft JhengHei"/>
              </a:rPr>
              <a:t>把抽象概念連結到具體情境</a:t>
            </a:r>
          </a:p>
        </p:txBody>
      </p:sp>
    </p:spTree>
    <p:extLst>
      <p:ext uri="{BB962C8B-B14F-4D97-AF65-F5344CB8AC3E}">
        <p14:creationId xmlns:p14="http://schemas.microsoft.com/office/powerpoint/2010/main" val="942044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ea6186e4542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3716-FB78-42BA-8862-6B26014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rPr>
              <a:t>研究分享的三個準備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60274-6A8F-4AEA-8982-AB5FA68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17BFF-FCB6-413A-A2BD-B38352C7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rPr>
              <a:t>釐清對象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5DD2A-956D-49D0-8F6C-DFB95770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rPr>
              <a:t>了解聽眾的背景與需求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C5CAB-9673-465C-A04B-FF13B42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701A2-082E-41BB-8869-EBB4E3C1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rPr>
              <a:t>選出重點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6156-A8D4-42DD-AFDB-440BC367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rPr>
              <a:t>每頁只傳達一個核心訊息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F45A4-710B-4ED7-B236-6637333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67D5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A01E9-4DB7-4F2B-AA89-243ED3E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63D38"/>
                </a:solidFill>
                <a:latin typeface="Microsoft JhengHei"/>
                <a:ea typeface="Microsoft JhengHei"/>
                <a:cs typeface="Microsoft JhengHei"/>
              </a:rPr>
              <a:t>用例子說明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5B323-4488-4468-9FB6-323A1B8F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6359"/>
                </a:solidFill>
                <a:latin typeface="Microsoft JhengHei"/>
                <a:ea typeface="Microsoft JhengHei"/>
                <a:cs typeface="Microsoft JhengHei"/>
              </a:rPr>
              <a:t>把抽象概念連結到具體情境</a:t>
            </a:r>
          </a:p>
        </p:txBody>
      </p:sp>
    </p:spTree>
    <p:extLst>
      <p:ext uri="{BB962C8B-B14F-4D97-AF65-F5344CB8AC3E}">
        <p14:creationId xmlns:p14="http://schemas.microsoft.com/office/powerpoint/2010/main" val="14802003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ad7c1625847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9FEA1-AB96-4EFD-8A2A-831C33D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rPr>
              <a:t>研究分享的三個準備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B2132-1F45-432A-9110-7EFC641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5A6DD-0C4C-4EE6-A599-5D8648BD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rPr>
              <a:t>釐清對象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AA94B-E183-49B5-96F6-7FE1A57B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rPr>
              <a:t>了解聽眾的背景與需求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C98D7-69E2-4537-BF40-5A3298F4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36DB6-5F71-4428-B2A1-7C233B37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rPr>
              <a:t>選出重點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2374E-D9C7-433C-9A39-5F020A2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rPr>
              <a:t>每頁只傳達一個核心訊息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BD777-AD2D-4A2C-B4AA-8E3A75A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ED8D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CDA19-0EC1-4868-BFB8-443E25F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5F4ED"/>
                </a:solidFill>
                <a:latin typeface="Microsoft JhengHei"/>
                <a:ea typeface="Microsoft JhengHei"/>
                <a:cs typeface="Microsoft JhengHei"/>
              </a:rPr>
              <a:t>用例子說明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36C2-4C6F-45A2-9191-2CC8576F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5C6D4"/>
                </a:solidFill>
                <a:latin typeface="Microsoft JhengHei"/>
                <a:ea typeface="Microsoft JhengHei"/>
                <a:cs typeface="Microsoft JhengHei"/>
              </a:rPr>
              <a:t>把抽象概念連結到具體情境</a:t>
            </a:r>
          </a:p>
        </p:txBody>
      </p:sp>
    </p:spTree>
    <p:extLst>
      <p:ext uri="{BB962C8B-B14F-4D97-AF65-F5344CB8AC3E}">
        <p14:creationId xmlns:p14="http://schemas.microsoft.com/office/powerpoint/2010/main" val="1914189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f1fc51c7d433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98EEA-822E-442E-A249-8AC1663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73D4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3D43"/>
                </a:solidFill>
                <a:latin typeface="Arial"/>
                <a:ea typeface="Arial"/>
                <a:cs typeface="Arial"/>
              </a:rPr>
              <a:t>Prepare a research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3AF06-93D5-44C6-B849-A73AF10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8C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1D7AC-0D1A-4BF5-ACAE-EEECA47E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43"/>
                </a:solidFill>
                <a:latin typeface="Arial"/>
                <a:ea typeface="Arial"/>
                <a:cs typeface="Arial"/>
              </a:rPr>
              <a:t>Know your 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8E1B2-02A5-4972-AE01-C35845E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86A"/>
                </a:solidFill>
                <a:latin typeface="Arial"/>
                <a:ea typeface="Arial"/>
                <a:cs typeface="Arial"/>
              </a:rPr>
              <a:t>Understand their background and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2AEAC-7581-4FFA-B7C5-9858AE31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8C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0F8D3-AF9A-4B7A-9FB1-C446864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43"/>
                </a:solidFill>
                <a:latin typeface="Arial"/>
                <a:ea typeface="Arial"/>
                <a:cs typeface="Arial"/>
              </a:rPr>
              <a:t>Choose the key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5E8D7-05A7-4DCB-9B7E-EDDE8FA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86A"/>
                </a:solidFill>
                <a:latin typeface="Arial"/>
                <a:ea typeface="Arial"/>
                <a:cs typeface="Arial"/>
              </a:rPr>
              <a:t>Give each slide one central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D1E90-5427-4BB5-847D-A9E1C6F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8C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8C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241B8-1D54-49E5-A4C3-84A1138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D43"/>
                </a:solidFill>
                <a:latin typeface="Arial"/>
                <a:ea typeface="Arial"/>
                <a:cs typeface="Arial"/>
              </a:rPr>
              <a:t>Use concrete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D6946-483D-47C4-9566-89CE2E6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8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86A"/>
                </a:solidFill>
                <a:latin typeface="Arial"/>
                <a:ea typeface="Arial"/>
                <a:cs typeface="Arial"/>
              </a:rPr>
              <a:t>Connect abstract ideas to familiar situations</a:t>
            </a:r>
          </a:p>
        </p:txBody>
      </p:sp>
    </p:spTree>
    <p:extLst>
      <p:ext uri="{BB962C8B-B14F-4D97-AF65-F5344CB8AC3E}">
        <p14:creationId xmlns:p14="http://schemas.microsoft.com/office/powerpoint/2010/main" val="1342671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b7b09a0a248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5507B-C47B-487B-80D3-0FF89D7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63D3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Prepare a research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A55CA-394A-40AA-B260-A2AE813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7D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90302-D3AD-4D3F-8C4A-08919A51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Know your 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1E036-8390-45F5-BA4E-EB2FE253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3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359"/>
                </a:solidFill>
                <a:latin typeface="Arial"/>
                <a:ea typeface="Arial"/>
                <a:cs typeface="Arial"/>
              </a:rPr>
              <a:t>Understand their background and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28A11-11B8-43EB-9D2E-8246D66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7D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DC37A-1E85-4A38-AA5C-C43F5B59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Choose the key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1B799-070E-4E99-9D43-E5EE1BD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3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359"/>
                </a:solidFill>
                <a:latin typeface="Arial"/>
                <a:ea typeface="Arial"/>
                <a:cs typeface="Arial"/>
              </a:rPr>
              <a:t>Give each slide one central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B6578-CE7E-428A-950B-1FE22C2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D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7D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059DD-D5C4-41A4-8B0D-60220ED1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Use concrete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EE201-5B52-4E52-AA80-2B07B73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3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359"/>
                </a:solidFill>
                <a:latin typeface="Arial"/>
                <a:ea typeface="Arial"/>
                <a:cs typeface="Arial"/>
              </a:rPr>
              <a:t>Connect abstract ideas to familiar situations</a:t>
            </a:r>
          </a:p>
        </p:txBody>
      </p:sp>
    </p:spTree>
    <p:extLst>
      <p:ext uri="{BB962C8B-B14F-4D97-AF65-F5344CB8AC3E}">
        <p14:creationId xmlns:p14="http://schemas.microsoft.com/office/powerpoint/2010/main" val="4611354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be133421246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FAF99-1B45-4250-BF68-3EF6EE2C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Prepare a research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0C09D-BF62-4481-9DB5-B19B430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D8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DA2BB-6F54-496F-BDD7-ACDCE0C3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Know your 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77208-74E1-43EA-B098-BAF4C734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5C6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C6D4"/>
                </a:solidFill>
                <a:latin typeface="Arial"/>
                <a:ea typeface="Arial"/>
                <a:cs typeface="Arial"/>
              </a:rPr>
              <a:t>Understand their background and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FA1F9-C791-45C8-98FE-2F3F5E1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D8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165AA-C6FD-48A5-B787-20683D9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Choose the key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6EBE8-F662-4AA2-ADD7-16B34CF6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5C6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C6D4"/>
                </a:solidFill>
                <a:latin typeface="Arial"/>
                <a:ea typeface="Arial"/>
                <a:cs typeface="Arial"/>
              </a:rPr>
              <a:t>Give each slide one central message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0EFD6-30BE-48C3-9B9D-3E7C49CD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D8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D8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E1A32-7534-4C94-A5C2-F6C41FB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4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4ED"/>
                </a:solidFill>
                <a:latin typeface="Arial"/>
                <a:ea typeface="Arial"/>
                <a:cs typeface="Arial"/>
              </a:rPr>
              <a:t>Use concrete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290C7-9036-45DB-927D-637C928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5C6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C6D4"/>
                </a:solidFill>
                <a:latin typeface="Arial"/>
                <a:ea typeface="Arial"/>
                <a:cs typeface="Arial"/>
              </a:rPr>
              <a:t>Connect abstract ideas to familiar situations</a:t>
            </a:r>
          </a:p>
        </p:txBody>
      </p:sp>
    </p:spTree>
    <p:extLst>
      <p:ext uri="{BB962C8B-B14F-4D97-AF65-F5344CB8AC3E}">
        <p14:creationId xmlns:p14="http://schemas.microsoft.com/office/powerpoint/2010/main" val="2014067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2026-09-06T12:15:31.6020000Z</dcterms:created>
  <dcterms:modified xsi:type="dcterms:W3CDTF">2026-09-06T12:15:31.6020000Z</dcterms:modified>
</coreProperties>
</file>